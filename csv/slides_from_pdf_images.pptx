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35" y="0"/>
            <a:ext cx="110584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96" y="0"/>
            <a:ext cx="1176590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66" y="0"/>
            <a:ext cx="117845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71" y="0"/>
            <a:ext cx="117685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66" y="0"/>
            <a:ext cx="117845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31" y="0"/>
            <a:ext cx="117752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30" y="0"/>
            <a:ext cx="117592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10" y="0"/>
            <a:ext cx="117912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30" y="0"/>
            <a:ext cx="117592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30" y="0"/>
            <a:ext cx="117592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4" y="0"/>
            <a:ext cx="1188036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2" y="0"/>
            <a:ext cx="1189653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